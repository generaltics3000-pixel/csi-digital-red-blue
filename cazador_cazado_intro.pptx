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A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root@csi-digital:~$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CAZADOR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0632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CAZADO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de ingeniería social — CSI Digital: el ataque a la escuela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4754880" cy="0"/>
          </a:xfrm>
          <a:prstGeom prst="line">
            <a:avLst/>
          </a:prstGeom>
          <a:noFill/>
          <a:ln w="12700">
            <a:solidFill>
              <a:srgbClr val="0AA36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A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  ·  ronda única  ·  leaderboard en vivo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247120" y="6400800"/>
            <a:ext cx="146304" cy="146304"/>
          </a:xfrm>
          <a:prstGeom prst="rect">
            <a:avLst/>
          </a:prstGeom>
          <a:solidFill>
            <a:srgbClr val="00FF9C"/>
          </a:solidFill>
          <a:ln/>
        </p:spPr>
      </p:sp>
      <p:sp>
        <p:nvSpPr>
          <p:cNvPr id="10" name="Shape 8"/>
          <p:cNvSpPr/>
          <p:nvPr/>
        </p:nvSpPr>
        <p:spPr>
          <a:xfrm>
            <a:off x="10991088" y="6400800"/>
            <a:ext cx="146304" cy="146304"/>
          </a:xfrm>
          <a:prstGeom prst="rect">
            <a:avLst/>
          </a:prstGeom>
          <a:solidFill>
            <a:srgbClr val="0AA36A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735056" y="6400800"/>
            <a:ext cx="146304" cy="146304"/>
          </a:xfrm>
          <a:prstGeom prst="rect">
            <a:avLst/>
          </a:prstGeom>
          <a:solidFill>
            <a:srgbClr val="0AA36A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premisa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Todos son parte de la Red.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todos, sin saberlo, son un blanco.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10881360" cy="2926080"/>
          </a:xfrm>
          <a:prstGeom prst="roundRect">
            <a:avLst>
              <a:gd name="adj" fmla="val 3750"/>
            </a:avLst>
          </a:prstGeom>
          <a:solidFill>
            <a:srgbClr val="121815"/>
          </a:solidFill>
          <a:ln w="12700">
            <a:solidFill>
              <a:srgbClr val="0AA3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3063240"/>
            <a:ext cx="10241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empezar el juego recibís en tu celular un objetivo secreto y una técnica de ataque asignada.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misión: usar esa técnica para que tu objetivo revele su credencial de 4 dígitos.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Mientras cazás, alguien más te está cazando a vos — defendé tu propia credencial.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247120" y="6400800"/>
            <a:ext cx="146304" cy="146304"/>
          </a:xfrm>
          <a:prstGeom prst="rect">
            <a:avLst/>
          </a:prstGeom>
          <a:solidFill>
            <a:srgbClr val="00FF9C"/>
          </a:solidFill>
          <a:ln/>
        </p:spPr>
      </p:sp>
      <p:sp>
        <p:nvSpPr>
          <p:cNvPr id="7" name="Shape 5"/>
          <p:cNvSpPr/>
          <p:nvPr/>
        </p:nvSpPr>
        <p:spPr>
          <a:xfrm>
            <a:off x="10991088" y="6400800"/>
            <a:ext cx="146304" cy="146304"/>
          </a:xfrm>
          <a:prstGeom prst="rect">
            <a:avLst/>
          </a:prstGeom>
          <a:solidFill>
            <a:srgbClr val="0AA36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35056" y="6400800"/>
            <a:ext cx="146304" cy="146304"/>
          </a:xfrm>
          <a:prstGeom prst="rect">
            <a:avLst/>
          </a:prstGeom>
          <a:solidFill>
            <a:srgbClr val="0AA36A">
              <a:alpha val="6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mecánica de juego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funciona cada ronda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10712" cy="3566160"/>
          </a:xfrm>
          <a:prstGeom prst="roundRect">
            <a:avLst>
              <a:gd name="adj" fmla="val 3217"/>
            </a:avLst>
          </a:prstGeom>
          <a:solidFill>
            <a:srgbClr val="121815"/>
          </a:solidFill>
          <a:ln w="12700">
            <a:solidFill>
              <a:srgbClr val="0AA3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A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 SECRETO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te asigna otro jugador de la sala. Nadie más sabe a quién estás cazando.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9392" y="2148840"/>
            <a:ext cx="3410712" cy="3566160"/>
          </a:xfrm>
          <a:prstGeom prst="roundRect">
            <a:avLst>
              <a:gd name="adj" fmla="val 3217"/>
            </a:avLst>
          </a:prstGeom>
          <a:solidFill>
            <a:srgbClr val="121815"/>
          </a:solidFill>
          <a:ln w="19050">
            <a:solidFill>
              <a:srgbClr val="00FF9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07992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A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306324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TÉCNICA ASIGNADA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3749040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Phishing, pretexting, baiting u otra vista en el taller — es tu herramienta de ataque.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18704" y="2148840"/>
            <a:ext cx="3410712" cy="3566160"/>
          </a:xfrm>
          <a:prstGeom prst="roundRect">
            <a:avLst>
              <a:gd name="adj" fmla="val 3217"/>
            </a:avLst>
          </a:prstGeom>
          <a:solidFill>
            <a:srgbClr val="121815"/>
          </a:solidFill>
          <a:ln w="12700">
            <a:solidFill>
              <a:srgbClr val="0AA3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47304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A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147304" y="306324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CREDENCIAL A DEFENDER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147304" y="3749040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código de 4 dígitos propio. Si lo revelás, quedás cazado.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247120" y="6400800"/>
            <a:ext cx="146304" cy="146304"/>
          </a:xfrm>
          <a:prstGeom prst="rect">
            <a:avLst/>
          </a:prstGeom>
          <a:solidFill>
            <a:srgbClr val="00FF9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91088" y="6400800"/>
            <a:ext cx="146304" cy="146304"/>
          </a:xfrm>
          <a:prstGeom prst="rect">
            <a:avLst/>
          </a:prstGeom>
          <a:solidFill>
            <a:srgbClr val="0AA36A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35056" y="6400800"/>
            <a:ext cx="146304" cy="146304"/>
          </a:xfrm>
          <a:prstGeom prst="rect">
            <a:avLst/>
          </a:prstGeom>
          <a:solidFill>
            <a:srgbClr val="0AA36A">
              <a:alpha val="6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reglas de la ronda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 sola ronda. El reloj no espera.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121815"/>
          </a:solidFill>
          <a:ln w="19050">
            <a:solidFill>
              <a:srgbClr val="00FF9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4688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A9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434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Cronómetro visible en pantalla para toda la sala.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7178040" cy="1051560"/>
          </a:xfrm>
          <a:prstGeom prst="roundRect">
            <a:avLst>
              <a:gd name="adj" fmla="val 8696"/>
            </a:avLst>
          </a:prstGeom>
          <a:solidFill>
            <a:srgbClr val="121815"/>
          </a:solidFill>
          <a:ln w="12700">
            <a:solidFill>
              <a:srgbClr val="0AA3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2219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Caza validada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8775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Cargás la credencial obtenida en la app para confirmar la caza.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3310128"/>
            <a:ext cx="7178040" cy="1051560"/>
          </a:xfrm>
          <a:prstGeom prst="roundRect">
            <a:avLst>
              <a:gd name="adj" fmla="val 8696"/>
            </a:avLst>
          </a:prstGeom>
          <a:solidFill>
            <a:srgbClr val="121815"/>
          </a:solidFill>
          <a:ln w="12700">
            <a:solidFill>
              <a:srgbClr val="0AA3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3429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Herencia de objetivo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947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cazar con éxito, heredás como nuevo blanco al objetivo de tu víctima.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43400" y="4517136"/>
            <a:ext cx="7178040" cy="1051560"/>
          </a:xfrm>
          <a:prstGeom prst="roundRect">
            <a:avLst>
              <a:gd name="adj" fmla="val 8696"/>
            </a:avLst>
          </a:prstGeom>
          <a:solidFill>
            <a:srgbClr val="121815"/>
          </a:solidFill>
          <a:ln w="12700">
            <a:solidFill>
              <a:srgbClr val="0AA3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6360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 en vivo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50017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Puntos por caza exitosa y por detectar un ataque antes de caer — proyectado en el aula.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247120" y="6400800"/>
            <a:ext cx="146304" cy="146304"/>
          </a:xfrm>
          <a:prstGeom prst="rect">
            <a:avLst/>
          </a:prstGeom>
          <a:solidFill>
            <a:srgbClr val="00FF9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91088" y="6400800"/>
            <a:ext cx="146304" cy="146304"/>
          </a:xfrm>
          <a:prstGeom prst="rect">
            <a:avLst/>
          </a:prstGeom>
          <a:solidFill>
            <a:srgbClr val="0AA36A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35056" y="6400800"/>
            <a:ext cx="146304" cy="146304"/>
          </a:xfrm>
          <a:prstGeom prst="rect">
            <a:avLst/>
          </a:prstGeom>
          <a:solidFill>
            <a:srgbClr val="0AA36A">
              <a:alpha val="6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acceso a la sala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Escaneá el QR.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cacería empieza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cuando el reloj arranca.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Ingreso mobile-first — sin instalar nada.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12801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00FF9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92440" y="150876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7" name="Shape 5"/>
          <p:cNvSpPr/>
          <p:nvPr/>
        </p:nvSpPr>
        <p:spPr>
          <a:xfrm>
            <a:off x="8407400" y="150876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8" name="Shape 6"/>
          <p:cNvSpPr/>
          <p:nvPr/>
        </p:nvSpPr>
        <p:spPr>
          <a:xfrm>
            <a:off x="8722360" y="150876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9" name="Shape 7"/>
          <p:cNvSpPr/>
          <p:nvPr/>
        </p:nvSpPr>
        <p:spPr>
          <a:xfrm>
            <a:off x="9352280" y="150876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10" name="Shape 8"/>
          <p:cNvSpPr/>
          <p:nvPr/>
        </p:nvSpPr>
        <p:spPr>
          <a:xfrm>
            <a:off x="9667240" y="150876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11" name="Shape 9"/>
          <p:cNvSpPr/>
          <p:nvPr/>
        </p:nvSpPr>
        <p:spPr>
          <a:xfrm>
            <a:off x="9982200" y="150876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12120" y="150876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2440" y="18237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14" name="Shape 12"/>
          <p:cNvSpPr/>
          <p:nvPr/>
        </p:nvSpPr>
        <p:spPr>
          <a:xfrm>
            <a:off x="8722360" y="18237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15" name="Shape 13"/>
          <p:cNvSpPr/>
          <p:nvPr/>
        </p:nvSpPr>
        <p:spPr>
          <a:xfrm>
            <a:off x="9352280" y="18237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16" name="Shape 14"/>
          <p:cNvSpPr/>
          <p:nvPr/>
        </p:nvSpPr>
        <p:spPr>
          <a:xfrm>
            <a:off x="9982200" y="18237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12120" y="18237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18" name="Shape 16"/>
          <p:cNvSpPr/>
          <p:nvPr/>
        </p:nvSpPr>
        <p:spPr>
          <a:xfrm>
            <a:off x="8092440" y="21386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7400" y="21386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20" name="Shape 18"/>
          <p:cNvSpPr/>
          <p:nvPr/>
        </p:nvSpPr>
        <p:spPr>
          <a:xfrm>
            <a:off x="8722360" y="21386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21" name="Shape 19"/>
          <p:cNvSpPr/>
          <p:nvPr/>
        </p:nvSpPr>
        <p:spPr>
          <a:xfrm>
            <a:off x="9352280" y="21386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22" name="Shape 20"/>
          <p:cNvSpPr/>
          <p:nvPr/>
        </p:nvSpPr>
        <p:spPr>
          <a:xfrm>
            <a:off x="9667240" y="21386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23" name="Shape 21"/>
          <p:cNvSpPr/>
          <p:nvPr/>
        </p:nvSpPr>
        <p:spPr>
          <a:xfrm>
            <a:off x="9982200" y="21386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12120" y="21386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25" name="Shape 23"/>
          <p:cNvSpPr/>
          <p:nvPr/>
        </p:nvSpPr>
        <p:spPr>
          <a:xfrm>
            <a:off x="9037320" y="245364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26" name="Shape 24"/>
          <p:cNvSpPr/>
          <p:nvPr/>
        </p:nvSpPr>
        <p:spPr>
          <a:xfrm>
            <a:off x="9352280" y="245364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97160" y="245364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28" name="Shape 26"/>
          <p:cNvSpPr/>
          <p:nvPr/>
        </p:nvSpPr>
        <p:spPr>
          <a:xfrm>
            <a:off x="8092440" y="276860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29" name="Shape 27"/>
          <p:cNvSpPr/>
          <p:nvPr/>
        </p:nvSpPr>
        <p:spPr>
          <a:xfrm>
            <a:off x="8722360" y="276860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30" name="Shape 28"/>
          <p:cNvSpPr/>
          <p:nvPr/>
        </p:nvSpPr>
        <p:spPr>
          <a:xfrm>
            <a:off x="9037320" y="276860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31" name="Shape 29"/>
          <p:cNvSpPr/>
          <p:nvPr/>
        </p:nvSpPr>
        <p:spPr>
          <a:xfrm>
            <a:off x="9667240" y="276860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97160" y="276860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12120" y="276860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34" name="Shape 32"/>
          <p:cNvSpPr/>
          <p:nvPr/>
        </p:nvSpPr>
        <p:spPr>
          <a:xfrm>
            <a:off x="8407400" y="308356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35" name="Shape 33"/>
          <p:cNvSpPr/>
          <p:nvPr/>
        </p:nvSpPr>
        <p:spPr>
          <a:xfrm>
            <a:off x="9352280" y="308356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36" name="Shape 34"/>
          <p:cNvSpPr/>
          <p:nvPr/>
        </p:nvSpPr>
        <p:spPr>
          <a:xfrm>
            <a:off x="9982200" y="308356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37" name="Shape 35"/>
          <p:cNvSpPr/>
          <p:nvPr/>
        </p:nvSpPr>
        <p:spPr>
          <a:xfrm>
            <a:off x="8092440" y="33985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38" name="Shape 36"/>
          <p:cNvSpPr/>
          <p:nvPr/>
        </p:nvSpPr>
        <p:spPr>
          <a:xfrm>
            <a:off x="8407400" y="33985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39" name="Shape 37"/>
          <p:cNvSpPr/>
          <p:nvPr/>
        </p:nvSpPr>
        <p:spPr>
          <a:xfrm>
            <a:off x="8722360" y="33985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40" name="Shape 38"/>
          <p:cNvSpPr/>
          <p:nvPr/>
        </p:nvSpPr>
        <p:spPr>
          <a:xfrm>
            <a:off x="9352280" y="33985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41" name="Shape 39"/>
          <p:cNvSpPr/>
          <p:nvPr/>
        </p:nvSpPr>
        <p:spPr>
          <a:xfrm>
            <a:off x="9667240" y="33985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42" name="Shape 40"/>
          <p:cNvSpPr/>
          <p:nvPr/>
        </p:nvSpPr>
        <p:spPr>
          <a:xfrm>
            <a:off x="9982200" y="33985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12120" y="339852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44" name="Shape 42"/>
          <p:cNvSpPr/>
          <p:nvPr/>
        </p:nvSpPr>
        <p:spPr>
          <a:xfrm>
            <a:off x="8092440" y="37134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45" name="Shape 43"/>
          <p:cNvSpPr/>
          <p:nvPr/>
        </p:nvSpPr>
        <p:spPr>
          <a:xfrm>
            <a:off x="8722360" y="37134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46" name="Shape 44"/>
          <p:cNvSpPr/>
          <p:nvPr/>
        </p:nvSpPr>
        <p:spPr>
          <a:xfrm>
            <a:off x="9352280" y="37134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47" name="Shape 45"/>
          <p:cNvSpPr/>
          <p:nvPr/>
        </p:nvSpPr>
        <p:spPr>
          <a:xfrm>
            <a:off x="9982200" y="37134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48" name="Shape 46"/>
          <p:cNvSpPr/>
          <p:nvPr/>
        </p:nvSpPr>
        <p:spPr>
          <a:xfrm>
            <a:off x="10612120" y="371348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49" name="Shape 47"/>
          <p:cNvSpPr/>
          <p:nvPr/>
        </p:nvSpPr>
        <p:spPr>
          <a:xfrm>
            <a:off x="8092440" y="402844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50" name="Shape 48"/>
          <p:cNvSpPr/>
          <p:nvPr/>
        </p:nvSpPr>
        <p:spPr>
          <a:xfrm>
            <a:off x="8407400" y="402844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51" name="Shape 49"/>
          <p:cNvSpPr/>
          <p:nvPr/>
        </p:nvSpPr>
        <p:spPr>
          <a:xfrm>
            <a:off x="8722360" y="402844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52" name="Shape 50"/>
          <p:cNvSpPr/>
          <p:nvPr/>
        </p:nvSpPr>
        <p:spPr>
          <a:xfrm>
            <a:off x="9352280" y="402844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53" name="Shape 51"/>
          <p:cNvSpPr/>
          <p:nvPr/>
        </p:nvSpPr>
        <p:spPr>
          <a:xfrm>
            <a:off x="9667240" y="402844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54" name="Shape 52"/>
          <p:cNvSpPr/>
          <p:nvPr/>
        </p:nvSpPr>
        <p:spPr>
          <a:xfrm>
            <a:off x="9982200" y="402844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55" name="Shape 53"/>
          <p:cNvSpPr/>
          <p:nvPr/>
        </p:nvSpPr>
        <p:spPr>
          <a:xfrm>
            <a:off x="10612120" y="4028440"/>
            <a:ext cx="314960" cy="314960"/>
          </a:xfrm>
          <a:prstGeom prst="rect">
            <a:avLst/>
          </a:prstGeom>
          <a:solidFill>
            <a:srgbClr val="0B0F0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86384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A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QR-CAZADOR-CAZADO.SALA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1247120" y="6400800"/>
            <a:ext cx="146304" cy="146304"/>
          </a:xfrm>
          <a:prstGeom prst="rect">
            <a:avLst/>
          </a:prstGeom>
          <a:solidFill>
            <a:srgbClr val="00FF9C"/>
          </a:solidFill>
          <a:ln/>
        </p:spPr>
      </p:sp>
      <p:sp>
        <p:nvSpPr>
          <p:cNvPr id="58" name="Shape 56"/>
          <p:cNvSpPr/>
          <p:nvPr/>
        </p:nvSpPr>
        <p:spPr>
          <a:xfrm>
            <a:off x="10991088" y="6400800"/>
            <a:ext cx="146304" cy="146304"/>
          </a:xfrm>
          <a:prstGeom prst="rect">
            <a:avLst/>
          </a:prstGeom>
          <a:solidFill>
            <a:srgbClr val="0AA36A">
              <a:alpha val="6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735056" y="6400800"/>
            <a:ext cx="146304" cy="146304"/>
          </a:xfrm>
          <a:prstGeom prst="rect">
            <a:avLst/>
          </a:prstGeom>
          <a:solidFill>
            <a:srgbClr val="0AA36A">
              <a:alpha val="6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2026-09-08T03:32:18Z</dcterms:created>
  <dcterms:modified xsi:type="dcterms:W3CDTF">2026-09-08T03:32:18Z</dcterms:modified>
</cp:coreProperties>
</file>