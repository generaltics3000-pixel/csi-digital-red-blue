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5720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28016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210312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92608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74904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572000"/>
            <a:ext cx="301752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CSI DIGITAL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Cazador Cazado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interactiva de ingeniería social por celular · 30 minutos o menos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INSTRUCTIVO PARA EL FACILITADOR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buscamos con esta dinámica?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secreto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recibe, desde su celular, un compañero "objetivo" y una técnica de ingeniería social a ejecutar sobre él o ella.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 a proteger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520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tienen también un código ficticio de 4 dígitos que deben defender de sus propios atacantes.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sola ronda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520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cadena de eliminaciones: entra en 30 minutos y deja una lección clara sobre señales de alerta.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ESTRUCTURA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30 minutos, minuto a minuto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1F2A1A"/>
          </a:solidFill>
          <a:ln w="15875">
            <a:solidFill>
              <a:srgbClr val="39FF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 y asignación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Escanean el QR, entran a la sala y reciben objetivo + técnica + credencial en su pantalla.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031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06240" y="21031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1F2A1A"/>
          </a:solidFill>
          <a:ln w="15875">
            <a:solidFill>
              <a:srgbClr val="39FF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Ronda de ataque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4290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 libremente, ejecutan su técnica y confirman "objetivo comprometido" desde la app. Ranking en vivo.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1031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63840" y="21031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1F2A1A"/>
          </a:solidFill>
          <a:ln w="15875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Debrief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4290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facilitador muestra estadísticas automáticas y comenta 2-3 casos: qué señal se pasó por alto.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D2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FLUJO EN EL CELULAR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ve para cada alumno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9D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y entra con su nombre a la sala (código de sesión)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9D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88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objetivo + técnica asignada + credencial a defender, todo en pantalla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9D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301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técnica en persona y marca "objetivo comprometido" en la 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9D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47141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valida el ataque desde su propio teléfono ("sí, caí")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9D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126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leaderboard se actualiza en vivo, proyectado en pantalla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TÉCNICAS ASIGNABLES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de técnicas para repartir al azar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o link falso pidiendo un dato o clic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Pretexting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una excusa creíble para pedir la credencial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Shoulder surfing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disimuladamente la pantalla u objetivo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/ QR trampa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un dispositivo o código "inocente"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Baiting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algo tentador a cambio del dato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Vishing simulado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o audio de voz haciéndose pasar por otro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9464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REGLAS Y LÍMITES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arrancar: 4 reglas no negociables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ficticio: credenciales, links y datos son de mentira, nunca cuentas reales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1363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17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explícito: se explica la dinámica y sus reglas antes de repartir roles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0965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977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espacio y tiempo: la ronda vive solo en el aula/edificio designado y corta a los 15 min en punto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566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937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facilitador "Blue Team": observa, modera y prepara los casos para el cierre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5376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CHECKLIST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 del facilitador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Sala/código de sesión creada y probada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impreso o proyectado, visible al entrar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Cronómetro de 15 min listo para proyectar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o proyector con leaderboard en vivo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casos elegidos de antemano para el debrief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la Slide 6 leídas en voz alta antes de empezar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correr en cualquier taller CSI Digital sin necesitar más de un celular por alumno.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Digital · Cazador Cazado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2026-09-05T15:20:31Z</dcterms:created>
  <dcterms:modified xsi:type="dcterms:W3CDTF">2026-09-05T15:20:31Z</dcterms:modified>
</cp:coreProperties>
</file>